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DARWINBOX  ·  ASSIGNMENT 2  ·  COHORT C49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HireIQ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Hiring Intelligence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5486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who will succeed. Start knowing.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20116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Darwinbox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3840480"/>
            <a:ext cx="20116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0604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840480"/>
            <a:ext cx="20116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TYPE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5488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840480"/>
            <a:ext cx="20116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0372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Jha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hires are invisible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it is too late.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Managers make hiring decisions using resumes, interviews, and gut instinct.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that would actually predict success — how similar past employees performed — already lives inside Darwinbox.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never surfaced during the hiring decision.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640080"/>
            <a:ext cx="32918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777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3108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Level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15819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salary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77840" y="2057400"/>
            <a:ext cx="3108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Level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2404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salary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77840" y="2880360"/>
            <a:ext cx="3108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Level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32278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salary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3703320"/>
            <a:ext cx="3108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40507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salary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77840" y="4526280"/>
            <a:ext cx="3108960" cy="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4348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pricing problem.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decision intelligence problem.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USER PERSONA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280160" cy="1280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920240" y="777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  ·  TechCorp India  ·  1,800 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per year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18745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hiring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mis-hire rate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12280" y="18745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₹15–40Cr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bad-hire cost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29992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make the best decision I can. But I never really know if I'm right until 12 months later."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675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hired the same profile twice for the same manager — completely different outcomes. I don't know why."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24281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334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3159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exists. I just can't see it when I need it most — at the moment of the hiring decision."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HireIQ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AI-powered features that turn Darwinbox's own historical data into predictive hiring intelligence: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54864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93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Success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— Supervised Classification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23042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probability score (0–100%) predicting candidate success based on patterns from similar past hires inside your organization.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80360"/>
            <a:ext cx="54864" cy="8229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53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953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Fit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— Manager Pattern Analysis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signal showing how well a candidate aligns with the hiring manager's team patterns — based on historical retention and performance data.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40480"/>
            <a:ext cx="54864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13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913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Hiring Assistant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— Darwinbox Data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" y="4224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answering HR manager questions using the organization's own Darwinbox data — in natural language, in seconds.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P0.1  CANDIDATE SUCCESS SCORE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3657600" cy="4206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49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Verma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Manager  ·  6 years exp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4747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77440" y="1801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474720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2918765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avg hire in this role: 71%  ·  +13pts above benchmark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SCORE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role-to-skills match (94%)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similar profiles averaged 20-mo tenure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782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Positive interview score pattern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0" y="658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97680" y="11887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444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past hires — performance at 12 months, tenure, attrition patterns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1031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121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Matching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 matched against 47 success factors from your top performers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30175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035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Explanation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273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probability with confidence band and top 3 contributing factors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97680" y="39319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950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Context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4187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shown vs average for this role — gives HR manager calibration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P0.2 MANAGER FIT  +  P0.3 AI HIRING ASSISTANT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206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P0.2  ·  MANAGER FIT INTELLIGENCE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09728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Arun Mehta  ·  Engineering Team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"Arun's team retains 78% of hires at 12 months. Candidates with strong execution skills and cross-functional experience perform best under this manager."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2344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2807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 Retention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83080" y="2423160"/>
            <a:ext cx="12344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2807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Team Tenure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08960" y="2423160"/>
            <a:ext cx="12344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54680" y="2807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Direct Reports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Design: Aggregated team data only.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records never exposed.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Guardrail: Demographic attributes fully excluded from all model features.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5 past direct reports required before signal is shown.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594360"/>
            <a:ext cx="4206240" cy="4251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P0.3  ·  AI HIRING ASSISTANT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978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LLM + RAG on your Darwinbox data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1325880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371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920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our last 5 hires for this role perform at 6 months?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83480" y="2039112"/>
            <a:ext cx="37490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HireIQ AI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74920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5 employee records: 4 rated 'exceeds expectations' at 6 months. Avg tenure 18 months. Source: Performance data 2022–2024.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2752344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98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92040" y="2980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red flags in this candidate's profile?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83480" y="3465576"/>
            <a:ext cx="37490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5112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HireIQ AI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74920" y="36941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flag: 2 roles under 12 months in last 4 years. 3 of 8 similar profiles showed early exit. Confidence: Medium. Treat as one signal.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0060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 ·  Cites sources  ·  Flags uncertainty  ·  Sensitive queries escalated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AI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Flow — How HireIQ Answers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9659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871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→ chunked into semantic units → embedded → stored in vector DB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2788920"/>
            <a:ext cx="1828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34440"/>
            <a:ext cx="19659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234440"/>
            <a:ext cx="19659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0604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2395728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4871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 question → embedded using same model → top-k relevant chunks retrieved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80560" y="2788920"/>
            <a:ext cx="1828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234440"/>
            <a:ext cx="19659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34440"/>
            <a:ext cx="19659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5488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395728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871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query → LLM with system prompt → grounded answer with citation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29400" y="2788920"/>
            <a:ext cx="1828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1234440"/>
            <a:ext cx="19659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12280" y="1234440"/>
            <a:ext cx="19659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90372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2395728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4871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 count + confidence level + sensitive topic flag if needed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advises. HR Manager decides. Always. — Every recommendation requires explicit human confirmation before any action is taken.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METRICS FRAMEWORK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Hire Success Rate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0" y="868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+15% improvement over baseline within 6 months of full rollout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95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 CTR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 HR managers view score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100584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Query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099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queries per hire decision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2916936"/>
            <a:ext cx="100584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916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465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6850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of scores overridden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3502152"/>
            <a:ext cx="100584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502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99592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050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Shortlist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270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by 20%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4087368"/>
            <a:ext cx="100584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087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514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Within 5% across all groups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32320" y="229514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Auto-pause + legal alert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28254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Rate Spike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099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&gt; 40% in 30 days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32320" y="2880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review in 5 days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63440" y="341071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0600" y="3465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 Accuracy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36850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&gt; 20% flagged inaccurate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32320" y="346557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pipeline review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399592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4050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Latency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270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&gt; 2s P95 load time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132320" y="405079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Engineering sprint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RESPONSIBLE AI  &amp;  RISK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AI carries real risks. We designed for them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 Pre-Launch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tested across gender, age, and tenure groups before any HR manager sees a score. Zero tolerance policy.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Always in Loop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advises. HR Manager decides. No hire or reject decision can be made by AI alone. Employment law compliance by design.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shows top 3 contributing factors. Every RAG answer cites its source. 'The AI said so' is never acceptable.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Fit uses aggregated data only. Individual records never exposed. DPDP Act 2023 compliance built in from architecture stage.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 Guardrails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demographic parity drops below threshold — feature pauses automatically. PM + Legal notified within 24 hours.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Readiness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(High Risk category). NYC Local Law 144 bias audit. EEOC guidelines. Documentation ready for all three.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LAUNCH PLAN  &amp; 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01168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features run silently. Validate model accuracy.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" y="2423160"/>
            <a:ext cx="1792224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Recall &gt; 70%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078992"/>
            <a:ext cx="201168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078992"/>
            <a:ext cx="201168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4328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24328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opt-in enterprise clients. HR managers only.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24328" y="2423160"/>
            <a:ext cx="1792224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NPS &gt; 40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201168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Rollout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expansion. All P0 features live.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73168" y="2423160"/>
            <a:ext cx="1792224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+5% conversion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1078992"/>
            <a:ext cx="201168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078992"/>
            <a:ext cx="20116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Launch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22008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19+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22008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enterprise clients. Feedback loop active.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22008" y="2423160"/>
            <a:ext cx="1792224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+15% hire success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273552"/>
            <a:ext cx="841248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273552"/>
            <a:ext cx="8412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4015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HireIQ transforms Darwinbox from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7307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system that records who you hired"  →  "A system that knows who will succeed"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1879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Success Score  +  Manager Fit Intelligence  +  AI Hiring Assistant  =  The intelligent hiring layer Darwinbox has never had.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HireIQ — AI Hiring Intelligence for Darwinbox</dc:title>
  <dc:subject>PptxGenJS Presentation</dc:subject>
  <dc:creator>Abhishek Jha</dc:creator>
  <cp:lastModifiedBy>Abhishek Jha</cp:lastModifiedBy>
  <cp:revision>1</cp:revision>
  <dcterms:created xsi:type="dcterms:W3CDTF">2026-03-15T15:23:33Z</dcterms:created>
  <dcterms:modified xsi:type="dcterms:W3CDTF">2026-03-15T15:23:33Z</dcterms:modified>
</cp:coreProperties>
</file>